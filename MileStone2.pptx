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K Grotesk" panose="020B0604020202020204" charset="0"/>
      <p:regular r:id="rId13"/>
    </p:embeddedFont>
    <p:embeddedFont>
      <p:font typeface="HK Grotesk Bold" panose="020B0604020202020204" charset="0"/>
      <p:regular r:id="rId14"/>
    </p:embeddedFont>
    <p:embeddedFont>
      <p:font typeface="Noto Serif Display ExtraCondensed Bold" panose="020B0604020202020204"/>
      <p:regular r:id="rId15"/>
    </p:embeddedFont>
    <p:embeddedFont>
      <p:font typeface="Noto Serif Display ExtraCondensed Light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5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65454" y="1389310"/>
            <a:ext cx="6886575" cy="438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 dirty="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CRYSTALGEN</a:t>
            </a:r>
          </a:p>
          <a:p>
            <a:pPr algn="l">
              <a:lnSpc>
                <a:spcPts val="5299"/>
              </a:lnSpc>
            </a:pPr>
            <a:r>
              <a:rPr lang="en-US" sz="5299" b="1" dirty="0">
                <a:solidFill>
                  <a:srgbClr val="6B4C3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AI-Driven Crystal Structure Prediction</a:t>
            </a:r>
          </a:p>
          <a:p>
            <a:pPr algn="l">
              <a:lnSpc>
                <a:spcPts val="7899"/>
              </a:lnSpc>
            </a:pPr>
            <a:endParaRPr lang="en-US" sz="5299" b="1" dirty="0">
              <a:solidFill>
                <a:srgbClr val="6B4C3B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0" lvl="0" indent="0" algn="l">
              <a:lnSpc>
                <a:spcPts val="7899"/>
              </a:lnSpc>
            </a:pPr>
            <a:endParaRPr lang="en-US" sz="5299" b="1" dirty="0">
              <a:solidFill>
                <a:srgbClr val="6B4C3B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43000" y="7505702"/>
            <a:ext cx="11411549" cy="1633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3722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Presented by: </a:t>
            </a:r>
            <a:r>
              <a:rPr lang="en-US" sz="3722" dirty="0" err="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Sirichandana</a:t>
            </a:r>
            <a:r>
              <a:rPr lang="en-US" sz="3722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Roll No: 23BD1A0556 | Team No: G450</a:t>
            </a:r>
          </a:p>
          <a:p>
            <a:pPr marL="0" lvl="0" indent="0" algn="l">
              <a:lnSpc>
                <a:spcPts val="3506"/>
              </a:lnSpc>
              <a:spcBef>
                <a:spcPct val="0"/>
              </a:spcBef>
            </a:pPr>
            <a:endParaRPr lang="en-US" sz="3722" dirty="0">
              <a:solidFill>
                <a:srgbClr val="00000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6B4C3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1C715A-2AF4-C24A-3C70-9F94316CF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389310"/>
            <a:ext cx="7147922" cy="5115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109" y="3221505"/>
            <a:ext cx="13441073" cy="6036795"/>
          </a:xfrm>
          <a:custGeom>
            <a:avLst/>
            <a:gdLst/>
            <a:ahLst/>
            <a:cxnLst/>
            <a:rect l="l" t="t" r="r" b="b"/>
            <a:pathLst>
              <a:path w="13441073" h="6036795">
                <a:moveTo>
                  <a:pt x="0" y="0"/>
                </a:moveTo>
                <a:lnTo>
                  <a:pt x="13441072" y="0"/>
                </a:lnTo>
                <a:lnTo>
                  <a:pt x="13441072" y="6036795"/>
                </a:lnTo>
                <a:lnTo>
                  <a:pt x="0" y="6036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08" b="-818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554" y="100013"/>
            <a:ext cx="9838911" cy="2023125"/>
            <a:chOff x="0" y="0"/>
            <a:chExt cx="13118548" cy="2697499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50"/>
              <a:ext cx="13118548" cy="1680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26"/>
                </a:lnSpc>
              </a:pPr>
              <a:r>
                <a:rPr lang="en-US" sz="4826" b="1" spc="-96" dirty="0">
                  <a:solidFill>
                    <a:srgbClr val="000000"/>
                  </a:solidFill>
                  <a:latin typeface="Noto Serif Display ExtraCondensed Bold"/>
                  <a:ea typeface="Noto Serif Display ExtraCondensed Bold"/>
                  <a:cs typeface="Noto Serif Display ExtraCondensed Bold"/>
                  <a:sym typeface="Noto Serif Display ExtraCondensed Bold"/>
                </a:rPr>
                <a:t>Project Overview: </a:t>
              </a:r>
              <a:r>
                <a:rPr lang="en-US" sz="4826" b="1" spc="-96" dirty="0" err="1">
                  <a:solidFill>
                    <a:srgbClr val="000000"/>
                  </a:solidFill>
                  <a:latin typeface="Noto Serif Display ExtraCondensed Bold"/>
                  <a:ea typeface="Noto Serif Display ExtraCondensed Bold"/>
                  <a:cs typeface="Noto Serif Display ExtraCondensed Bold"/>
                  <a:sym typeface="Noto Serif Display ExtraCondensed Bold"/>
                </a:rPr>
                <a:t>CrystalGen</a:t>
              </a:r>
              <a:endParaRPr lang="en-US" sz="4826" b="1" spc="-96" dirty="0">
                <a:solidFill>
                  <a:srgbClr val="000000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endParaRPr>
            </a:p>
            <a:p>
              <a:pPr marL="0" lvl="0" indent="0" algn="l">
                <a:lnSpc>
                  <a:spcPts val="4769"/>
                </a:lnSpc>
              </a:pPr>
              <a:endParaRPr lang="en-US" sz="4826" b="1" spc="-96" dirty="0">
                <a:solidFill>
                  <a:srgbClr val="000000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26418"/>
              <a:ext cx="13118548" cy="671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1"/>
                </a:lnSpc>
              </a:pPr>
              <a:endParaRPr/>
            </a:p>
            <a:p>
              <a:pPr marL="0" lvl="0" indent="0" algn="l">
                <a:lnSpc>
                  <a:spcPts val="193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3109" y="1560000"/>
            <a:ext cx="9838911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 err="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CrystalGen</a:t>
            </a:r>
            <a:r>
              <a:rPr lang="en-US" sz="3199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is an AI-driven platform that predicts and analyzes crystal structures from CIF data using Graph Neural Networks (GNNs).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6B4C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715772" y="1028700"/>
            <a:ext cx="12578471" cy="8880965"/>
          </a:xfrm>
          <a:custGeom>
            <a:avLst/>
            <a:gdLst/>
            <a:ahLst/>
            <a:cxnLst/>
            <a:rect l="l" t="t" r="r" b="b"/>
            <a:pathLst>
              <a:path w="12578471" h="8880965">
                <a:moveTo>
                  <a:pt x="0" y="0"/>
                </a:moveTo>
                <a:lnTo>
                  <a:pt x="12578470" y="0"/>
                </a:lnTo>
                <a:lnTo>
                  <a:pt x="12578470" y="8880965"/>
                </a:lnTo>
                <a:lnTo>
                  <a:pt x="0" y="8880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6" b="-458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5096" y="243378"/>
            <a:ext cx="6235481" cy="166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4795" b="1" spc="-95" dirty="0">
                <a:solidFill>
                  <a:srgbClr val="000000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System Architecture Flow</a:t>
            </a:r>
          </a:p>
          <a:p>
            <a:pPr marL="0" lvl="0" indent="0" algn="l">
              <a:lnSpc>
                <a:spcPts val="7877"/>
              </a:lnSpc>
            </a:pPr>
            <a:endParaRPr lang="en-US" sz="4795" b="1" spc="-95" dirty="0">
              <a:solidFill>
                <a:srgbClr val="000000"/>
              </a:solidFill>
              <a:latin typeface="Noto Serif Display ExtraCondensed Bold"/>
              <a:ea typeface="Noto Serif Display ExtraCondensed Bold"/>
              <a:cs typeface="Noto Serif Display ExtraCondensed Bold"/>
              <a:sym typeface="Noto Serif Display ExtraCondense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0" t="-4135" b="-25153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211" y="1028700"/>
            <a:ext cx="16465579" cy="8851104"/>
          </a:xfrm>
          <a:custGeom>
            <a:avLst/>
            <a:gdLst/>
            <a:ahLst/>
            <a:cxnLst/>
            <a:rect l="l" t="t" r="r" b="b"/>
            <a:pathLst>
              <a:path w="16465579" h="8851104">
                <a:moveTo>
                  <a:pt x="0" y="0"/>
                </a:moveTo>
                <a:lnTo>
                  <a:pt x="16465578" y="0"/>
                </a:lnTo>
                <a:lnTo>
                  <a:pt x="16465578" y="8851104"/>
                </a:lnTo>
                <a:lnTo>
                  <a:pt x="0" y="8851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" t="-3624" r="-338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045744"/>
          </a:xfrm>
          <a:custGeom>
            <a:avLst/>
            <a:gdLst/>
            <a:ahLst/>
            <a:cxnLst/>
            <a:rect l="l" t="t" r="r" b="b"/>
            <a:pathLst>
              <a:path w="18288000" h="10045744">
                <a:moveTo>
                  <a:pt x="0" y="0"/>
                </a:moveTo>
                <a:lnTo>
                  <a:pt x="18288000" y="0"/>
                </a:lnTo>
                <a:lnTo>
                  <a:pt x="18288000" y="10045744"/>
                </a:lnTo>
                <a:lnTo>
                  <a:pt x="0" y="1004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94" r="-105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114584" cy="9863695"/>
          </a:xfrm>
          <a:custGeom>
            <a:avLst/>
            <a:gdLst/>
            <a:ahLst/>
            <a:cxnLst/>
            <a:rect l="l" t="t" r="r" b="b"/>
            <a:pathLst>
              <a:path w="18114584" h="9863695">
                <a:moveTo>
                  <a:pt x="0" y="0"/>
                </a:moveTo>
                <a:lnTo>
                  <a:pt x="18114584" y="0"/>
                </a:lnTo>
                <a:lnTo>
                  <a:pt x="18114584" y="9863695"/>
                </a:lnTo>
                <a:lnTo>
                  <a:pt x="0" y="9863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53" t="-1084" r="-375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884" y="799426"/>
            <a:ext cx="14434940" cy="8688148"/>
          </a:xfrm>
          <a:custGeom>
            <a:avLst/>
            <a:gdLst/>
            <a:ahLst/>
            <a:cxnLst/>
            <a:rect l="l" t="t" r="r" b="b"/>
            <a:pathLst>
              <a:path w="14434940" h="8688148">
                <a:moveTo>
                  <a:pt x="0" y="0"/>
                </a:moveTo>
                <a:lnTo>
                  <a:pt x="14434940" y="0"/>
                </a:lnTo>
                <a:lnTo>
                  <a:pt x="14434940" y="8688148"/>
                </a:lnTo>
                <a:lnTo>
                  <a:pt x="0" y="8688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0" t="-3439" b="-261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89447" y="250284"/>
            <a:ext cx="9116591" cy="9710583"/>
          </a:xfrm>
          <a:custGeom>
            <a:avLst/>
            <a:gdLst/>
            <a:ahLst/>
            <a:cxnLst/>
            <a:rect l="l" t="t" r="r" b="b"/>
            <a:pathLst>
              <a:path w="9116591" h="9710583">
                <a:moveTo>
                  <a:pt x="0" y="0"/>
                </a:moveTo>
                <a:lnTo>
                  <a:pt x="9116591" y="0"/>
                </a:lnTo>
                <a:lnTo>
                  <a:pt x="9116591" y="9710583"/>
                </a:lnTo>
                <a:lnTo>
                  <a:pt x="0" y="9710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449" b="-1001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7828" y="334011"/>
            <a:ext cx="16570700" cy="9618978"/>
          </a:xfrm>
          <a:custGeom>
            <a:avLst/>
            <a:gdLst/>
            <a:ahLst/>
            <a:cxnLst/>
            <a:rect l="l" t="t" r="r" b="b"/>
            <a:pathLst>
              <a:path w="16570700" h="9618978">
                <a:moveTo>
                  <a:pt x="0" y="0"/>
                </a:moveTo>
                <a:lnTo>
                  <a:pt x="16570700" y="0"/>
                </a:lnTo>
                <a:lnTo>
                  <a:pt x="16570700" y="9618978"/>
                </a:lnTo>
                <a:lnTo>
                  <a:pt x="0" y="9618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2" r="-3872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945"/>
            <a:ext cx="5448300" cy="2151805"/>
            <a:chOff x="0" y="0"/>
            <a:chExt cx="7264400" cy="2869074"/>
          </a:xfrm>
        </p:grpSpPr>
        <p:sp>
          <p:nvSpPr>
            <p:cNvPr id="5" name="TextBox 5"/>
            <p:cNvSpPr txBox="1"/>
            <p:nvPr/>
          </p:nvSpPr>
          <p:spPr>
            <a:xfrm>
              <a:off x="0" y="180975"/>
              <a:ext cx="72644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00000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86474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w="19050" cap="flat">
            <a:solidFill>
              <a:srgbClr val="6B4C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w="19050" cap="flat">
            <a:solidFill>
              <a:srgbClr val="6B4C3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48</Words>
  <Application>Microsoft Office PowerPoint</Application>
  <PresentationFormat>Custom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HK Grotesk Bold</vt:lpstr>
      <vt:lpstr>HK Grotesk</vt:lpstr>
      <vt:lpstr>Noto Serif Display ExtraCondensed Light</vt:lpstr>
      <vt:lpstr>Noto Serif Display ExtraCondensed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Overview</dc:title>
  <dc:creator>RAJESH REDDY</dc:creator>
  <dc:description>Presentation - Overview</dc:description>
  <cp:lastModifiedBy>RAJESH REDDY</cp:lastModifiedBy>
  <cp:revision>3</cp:revision>
  <dcterms:created xsi:type="dcterms:W3CDTF">2006-08-16T00:00:00Z</dcterms:created>
  <dcterms:modified xsi:type="dcterms:W3CDTF">2025-11-06T09:43:59Z</dcterms:modified>
  <dc:identifier>DAG33NcqBgo</dc:identifier>
</cp:coreProperties>
</file>